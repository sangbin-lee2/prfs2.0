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여는 말" id="{bde02108-13be-c54c-9bbc-156eade801fd}">
          <p14:sldIdLst>
            <p14:sldId id="256"/>
            <p14:sldId id="257"/>
          </p14:sldIdLst>
        </p14:section>
        <p14:section name="렌더팜이란" id="{6f4881d3-6caa-7c34-0f7d-c3964c87eec5}">
          <p14:sldIdLst>
            <p14:sldId id="258"/>
            <p14:sldId id="259"/>
            <p14:sldId id="260"/>
          </p14:sldIdLst>
        </p14:section>
        <p14:section name="예약 규칙" id="{fe6d6f1f-3aed-036f-a545-cb3a66a98ca9}">
          <p14:sldIdLst>
            <p14:sldId id="261"/>
            <p14:sldId id="262"/>
            <p14:sldId id="263"/>
            <p14:sldId id="264"/>
            <p14:sldId id="265"/>
          </p14:sldIdLst>
        </p14:section>
        <p14:section name="사용법" id="{3aea200b-925a-aad8-1bd6-d5dd46bace2b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시연" id="{a298506a-6ada-40fe-89a7-c835a2788171}">
          <p14:sldIdLst>
            <p14:sldId id="277"/>
            <p14:sldId id="278"/>
            <p14:sldId id="279"/>
          </p14:sldIdLst>
        </p14:section>
        <p14:section name="자주 나는 실수" id="{08a6700c-2bbc-10c2-5d41-11b67417ca11}">
          <p14:sldIdLst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영상애니메이션학부 4학년 이상빈입니다. 올해 졸업작품으로 학교 렌더팜을 맡아서 작업하고 있습니다. 오늘은 이걸 어떻게 쓰는지 알려드리려고 모셨습니다. 한 시간 안 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순서는 이렇습니다. 중간에 궁금한 거 있으면 바로 물어보셔도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100프레임짜리 샷을 내 컴퓨터로 돌리면 한 장씩 순서대로 100번 돌아야 합니다. 렌더팜에 넣으면 여러 PC에 흩어져서 동시에 돌아갑니다. 중요한 건 프레임이 많을수록 유리하다는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평일은 수업이 있어서 저녁 7시부터 다음날 11시까지만 쓸 수 있습니다. 새벽 시간대를 강조해주세요. 다들 저녁 7시만 잡으려고 하는데 새벽은 경쟁이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'내 건 몇 개 받나요' 질문이 나오면 '신청 받고 정한다'로 일관되게 답하세요.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당연한 얘기 같지만 실제로는 이걸 놓쳐서 실패합니다. 천천히 설명해주세요.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마야 버전은 신경 안 쓰셔도 된다고 꼭 말해주세요. 렌더팜이 어떤 버전 씬이든 2026으로 렌더합니다. 4번 출력 경로는 다음 장에서 자세히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「폴더는 제출 창, 파일 이름은 씬」 이 한 문장만 가져가게 하세요. 실물 화면에서 File name: 줄을 손가락으로 짚어주시면 좋습니다.
AOV 질문이 나오면 beauty, ID, background 같은 폴더가 여러 개 생기는 건 정상이고 beauty 가 최종 이미지라고 답하세요.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테스트 중에 겪은 일이라고 말하면 설득력이 올라갑니다.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씬 파일 하나만 올리면 안 된다고 꼭 말해주세요. 그리고 맨 위 폴더만 바꾸면 안 되고 안쪽까지 봐야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Pool이 예약한 레인과 같아야 한다고 강조하세요. Camera도 꼭 고르라고 하세요 — 안 고르면 persp로 렌더돼서 전부 다시 돌려야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하이라이트입니다. 화면 확대해서 Worker 이름이 각각 다른 걸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슬라이드를 빼지 마세요. 지금 말 안 하면 이번 주에 '된다면서요' 소리를 듣습니다.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M211 렌더팜 사용 설명회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0" y="6263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2026.10.19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M211 렌더팜 사용 설명회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965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1"/>
                </a:solidFill>
              </a:rPr>
              <a:t>영상애니메이션학부 · 졸업작품 프로젝트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37744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M211 렌더팜 사용 설명회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862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2026. 10. 19 (월)  ·  M동 211호  ·  이상빈 (C393169)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5120640"/>
            <a:ext cx="146304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오늘 순서</a:t>
            </a:r>
            <a:endParaRPr lang="en-US" sz="3100" dirty="0"/>
          </a:p>
        </p:txBody>
      </p:sp>
      <p:sp>
        <p:nvSpPr>
          <p:cNvPr id="3" name="agenda0"/>
          <p:cNvSpPr/>
          <p:nvPr/>
        </p:nvSpPr>
        <p:spPr>
          <a:xfrm>
            <a:off x="685800" y="1508760"/>
            <a:ext cx="10789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591056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08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렌더팜이 뭔가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508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3분</a:t>
            </a:r>
            <a:endParaRPr lang="en-US" sz="1400" dirty="0"/>
          </a:p>
        </p:txBody>
      </p:sp>
      <p:sp>
        <p:nvSpPr>
          <p:cNvPr id="8" name="agenda1"/>
          <p:cNvSpPr/>
          <p:nvPr/>
        </p:nvSpPr>
        <p:spPr>
          <a:xfrm>
            <a:off x="685800" y="2276856"/>
            <a:ext cx="10789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2359152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276856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예약 규칙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27685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7분</a:t>
            </a:r>
            <a:endParaRPr lang="en-US" sz="1400" dirty="0"/>
          </a:p>
        </p:txBody>
      </p:sp>
      <p:sp>
        <p:nvSpPr>
          <p:cNvPr id="13" name="agenda2"/>
          <p:cNvSpPr/>
          <p:nvPr/>
        </p:nvSpPr>
        <p:spPr>
          <a:xfrm>
            <a:off x="685800" y="3044952"/>
            <a:ext cx="10789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" y="3127248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0449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사용법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304495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10분</a:t>
            </a:r>
            <a:endParaRPr lang="en-US" sz="1400" dirty="0"/>
          </a:p>
        </p:txBody>
      </p:sp>
      <p:sp>
        <p:nvSpPr>
          <p:cNvPr id="18" name="agenda3"/>
          <p:cNvSpPr/>
          <p:nvPr/>
        </p:nvSpPr>
        <p:spPr>
          <a:xfrm>
            <a:off x="685800" y="3813048"/>
            <a:ext cx="10789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" y="3895344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3895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8130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시연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381304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15분</a:t>
            </a:r>
            <a:endParaRPr lang="en-US" sz="1400" dirty="0"/>
          </a:p>
        </p:txBody>
      </p:sp>
      <p:sp>
        <p:nvSpPr>
          <p:cNvPr id="23" name="agenda4"/>
          <p:cNvSpPr/>
          <p:nvPr/>
        </p:nvSpPr>
        <p:spPr>
          <a:xfrm>
            <a:off x="685800" y="4581144"/>
            <a:ext cx="10789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4663440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" y="4663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458114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자주 나는 실수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4581144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5분</a:t>
            </a:r>
            <a:endParaRPr lang="en-US" sz="1400" dirty="0"/>
          </a:p>
        </p:txBody>
      </p:sp>
      <p:sp>
        <p:nvSpPr>
          <p:cNvPr id="28" name="agenda5"/>
          <p:cNvSpPr/>
          <p:nvPr/>
        </p:nvSpPr>
        <p:spPr>
          <a:xfrm>
            <a:off x="685800" y="5349240"/>
            <a:ext cx="1078992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" y="5431536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6968" y="5431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6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349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질문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5349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10분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chemeClr val="accent1"/>
                </a:solidFill>
              </a:rPr>
              <a:t>1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237744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렌더팜이 뭔가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3520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내 PC 한 대로 돌릴 걸 여러 대가 나눠서 돌립니다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100프레임을 혼자 vs 나눠서</a:t>
            </a:r>
            <a:endParaRPr lang="en-US" sz="3100" dirty="0"/>
          </a:p>
        </p:txBody>
      </p:sp>
      <p:sp>
        <p:nvSpPr>
          <p:cNvPr id="3" name="alone"/>
          <p:cNvSpPr/>
          <p:nvPr/>
        </p:nvSpPr>
        <p:spPr>
          <a:xfrm>
            <a:off x="685800" y="1463040"/>
            <a:ext cx="521208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내 PC 한 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51560" y="2286000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286000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9384" y="2286000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68296" y="2286000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07208" y="2286000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2286000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5032" y="2286000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23944" y="2286000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62856" y="2286000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1768" y="2286000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2615184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90472" y="2615184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9384" y="2615184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68296" y="2615184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07208" y="2615184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615184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85032" y="2615184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23944" y="2615184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62856" y="2615184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01768" y="2615184"/>
            <a:ext cx="347472" cy="23774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한 장씩 순서대로 100번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520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밤새</a:t>
            </a:r>
            <a:endParaRPr lang="en-US" sz="3400" dirty="0"/>
          </a:p>
        </p:txBody>
      </p:sp>
      <p:sp>
        <p:nvSpPr>
          <p:cNvPr id="27" name="farm"/>
          <p:cNvSpPr/>
          <p:nvPr/>
        </p:nvSpPr>
        <p:spPr>
          <a:xfrm>
            <a:off x="6263640" y="1463040"/>
            <a:ext cx="5212080" cy="3017520"/>
          </a:xfrm>
          <a:prstGeom prst="roundRect">
            <a:avLst>
              <a:gd name="adj" fmla="val 303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렌더팜 17대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29400" y="2286000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68312" y="2286000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07224" y="2286000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46136" y="2286000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85048" y="2286000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23960" y="2286000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62872" y="2286000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2286000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40696" y="2286000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79608" y="2286000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2615184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68312" y="2615184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07224" y="2615184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46136" y="2615184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85048" y="2615184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23960" y="2615184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62872" y="2615184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01784" y="2615184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40696" y="2615184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79608" y="2615184"/>
            <a:ext cx="347472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2940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여러 대가 동시에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629400" y="3520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몇 시간</a:t>
            </a:r>
            <a:endParaRPr lang="en-US" sz="34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4800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프레임이 많을수록 유리합니다.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1프레임짜리 스틸은 아무리 나눠도 1대가 돌립니다.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전체 흐름은 다섯 단계</a:t>
            </a:r>
            <a:endParaRPr lang="en-US" sz="3100" dirty="0"/>
          </a:p>
        </p:txBody>
      </p:sp>
      <p:sp>
        <p:nvSpPr>
          <p:cNvPr id="3" name="flow0"/>
          <p:cNvSpPr/>
          <p:nvPr/>
        </p:nvSpPr>
        <p:spPr>
          <a:xfrm>
            <a:off x="685800" y="1920240"/>
            <a:ext cx="1920240" cy="2103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99032" y="2176272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99032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예약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시간 + 레인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flow1"/>
          <p:cNvSpPr/>
          <p:nvPr/>
        </p:nvSpPr>
        <p:spPr>
          <a:xfrm>
            <a:off x="2898648" y="1920240"/>
            <a:ext cx="1920240" cy="2103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176272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파일 준비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모든 파일을 NAS로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18888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flow2"/>
          <p:cNvSpPr/>
          <p:nvPr/>
        </p:nvSpPr>
        <p:spPr>
          <a:xfrm>
            <a:off x="5111496" y="1920240"/>
            <a:ext cx="1920240" cy="2103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24728" y="2176272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2472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111496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업로드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프로젝트 통째로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31736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flow3"/>
          <p:cNvSpPr/>
          <p:nvPr/>
        </p:nvSpPr>
        <p:spPr>
          <a:xfrm>
            <a:off x="7324344" y="1920240"/>
            <a:ext cx="1920240" cy="2103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37576" y="2176272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37576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24344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제출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먼저 3프레임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flow4"/>
          <p:cNvSpPr/>
          <p:nvPr/>
        </p:nvSpPr>
        <p:spPr>
          <a:xfrm>
            <a:off x="9537192" y="1920240"/>
            <a:ext cx="1920240" cy="21031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50424" y="2176272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50424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5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537192" y="2788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수령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628632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받고 폴더 비우기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4572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오늘 설명드릴 게 딱 이 다섯 개입니다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chemeClr val="accent1"/>
                </a:solidFill>
              </a:rPr>
              <a:t>2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237744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예약 규칙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3520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렌더팜은 공동 장비입니다 — 시간을 나눠 씁니다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타임블럭 1개 = 4시간</a:t>
            </a:r>
            <a:endParaRPr lang="en-US" sz="3100" dirty="0"/>
          </a:p>
        </p:txBody>
      </p:sp>
      <p:sp>
        <p:nvSpPr>
          <p:cNvPr id="3" name="wd"/>
          <p:cNvSpPr/>
          <p:nvPr/>
        </p:nvSpPr>
        <p:spPr>
          <a:xfrm>
            <a:off x="68580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6642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평일 (월~금)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1031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19:00 ~ 11:00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803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하루 4블럭 · 낮 11~19시는 수업</a:t>
            </a:r>
            <a:endParaRPr lang="en-US" sz="1400" dirty="0"/>
          </a:p>
        </p:txBody>
      </p:sp>
      <p:sp>
        <p:nvSpPr>
          <p:cNvPr id="7" name="we"/>
          <p:cNvSpPr/>
          <p:nvPr/>
        </p:nvSpPr>
        <p:spPr>
          <a:xfrm>
            <a:off x="6263640" y="1463040"/>
            <a:ext cx="5212080" cy="2194560"/>
          </a:xfrm>
          <a:prstGeom prst="roundRect">
            <a:avLst>
              <a:gd name="adj" fmla="val 41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6642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주말 (토·일)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1031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24시간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8803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하루 6블럭</a:t>
            </a:r>
            <a:endParaRPr lang="en-US" sz="1400" dirty="0"/>
          </a:p>
        </p:txBody>
      </p:sp>
      <p:sp>
        <p:nvSpPr>
          <p:cNvPr id="11" name="night"/>
          <p:cNvSpPr/>
          <p:nvPr/>
        </p:nvSpPr>
        <p:spPr>
          <a:xfrm>
            <a:off x="685800" y="3977640"/>
            <a:ext cx="107899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새벽 블럭이 가장 한가합니다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17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렌더는 지켜보지 않아도 돌아갑니다. 저녁에 제출해두고 자면 아침에 결과물이 나와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PC는 4개 레인 — 네 팀이 동시에</a:t>
            </a:r>
            <a:endParaRPr lang="en-US" sz="3100" dirty="0"/>
          </a:p>
        </p:txBody>
      </p:sp>
      <p:sp>
        <p:nvSpPr>
          <p:cNvPr id="3" name="lane0"/>
          <p:cNvSpPr/>
          <p:nvPr/>
        </p:nvSpPr>
        <p:spPr>
          <a:xfrm>
            <a:off x="685800" y="1600200"/>
            <a:ext cx="2514600" cy="22860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783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A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PC 4~5대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pool_a</a:t>
            </a:r>
            <a:endParaRPr lang="en-US" sz="1500" dirty="0"/>
          </a:p>
        </p:txBody>
      </p:sp>
      <p:sp>
        <p:nvSpPr>
          <p:cNvPr id="7" name="lane1"/>
          <p:cNvSpPr/>
          <p:nvPr/>
        </p:nvSpPr>
        <p:spPr>
          <a:xfrm>
            <a:off x="3429000" y="1600200"/>
            <a:ext cx="25146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783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B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PC 4~5대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pool_b</a:t>
            </a:r>
            <a:endParaRPr lang="en-US" sz="1500" dirty="0"/>
          </a:p>
        </p:txBody>
      </p:sp>
      <p:sp>
        <p:nvSpPr>
          <p:cNvPr id="11" name="lane2"/>
          <p:cNvSpPr/>
          <p:nvPr/>
        </p:nvSpPr>
        <p:spPr>
          <a:xfrm>
            <a:off x="6172200" y="1600200"/>
            <a:ext cx="25146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783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C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PC 4~5대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pool_c</a:t>
            </a:r>
            <a:endParaRPr lang="en-US" sz="1500" dirty="0"/>
          </a:p>
        </p:txBody>
      </p:sp>
      <p:sp>
        <p:nvSpPr>
          <p:cNvPr id="15" name="lane3"/>
          <p:cNvSpPr/>
          <p:nvPr/>
        </p:nvSpPr>
        <p:spPr>
          <a:xfrm>
            <a:off x="8915400" y="1600200"/>
            <a:ext cx="251460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15400" y="1783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D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PC 4~5대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pool_d</a:t>
            </a:r>
            <a:endParaRPr lang="en-US" sz="1500" dirty="0"/>
          </a:p>
        </p:txBody>
      </p:sp>
      <p:sp>
        <p:nvSpPr>
          <p:cNvPr id="19" name="poolnote"/>
          <p:cNvSpPr/>
          <p:nvPr/>
        </p:nvSpPr>
        <p:spPr>
          <a:xfrm>
            <a:off x="685800" y="4206240"/>
            <a:ext cx="1078992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예약할 때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시간 + 레인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을 고르고, 제출 창의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Pool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에 같은 레인을 지정합니다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Group 은 none 그대로 두시면 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영상 길이에 따라 다르게 드립니다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렌더 시간은 영상 길이에 거의 비례합니다. 1분짜리와 4분짜리에게 같은 시간을 주면 4분짜리는 마감을 못 맞춥니다.</a:t>
            </a:r>
            <a:endParaRPr lang="en-US" sz="1600" dirty="0"/>
          </a:p>
        </p:txBody>
      </p:sp>
      <p:sp>
        <p:nvSpPr>
          <p:cNvPr id="4" name="lic0"/>
          <p:cNvSpPr/>
          <p:nvPr/>
        </p:nvSpPr>
        <p:spPr>
          <a:xfrm>
            <a:off x="685800" y="2103120"/>
            <a:ext cx="107899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3분 이하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210312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라이선스 1개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21031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주 8블럭 · 32시간</a:t>
            </a:r>
            <a:endParaRPr lang="en-US" sz="1600" dirty="0"/>
          </a:p>
        </p:txBody>
      </p:sp>
      <p:sp>
        <p:nvSpPr>
          <p:cNvPr id="8" name="lic1"/>
          <p:cNvSpPr/>
          <p:nvPr/>
        </p:nvSpPr>
        <p:spPr>
          <a:xfrm>
            <a:off x="685800" y="3474720"/>
            <a:ext cx="10789920" cy="11430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47472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3분 초과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347472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라이선스 2개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34747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주 16블럭 · 64시간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983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정확한 기준은 신청을 받아본 뒤 정합니다 — 졸준위를 통해 팀 프로젝트명 · 팀장 학번 · 영상 길이를 받습니다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bg1"/>
                </a:solidFill>
              </a:rPr>
              <a:t>지켜주실 것 네 가지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85800" y="16184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18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예약한 시간에만 쓰기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85800" y="273405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734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243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남의 예약 건드리지 않기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08152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수정 기록이 남습니다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84962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849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7398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안 쓸 블럭은 미리 비워주기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19709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그래야 다른 팀이 씁니다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6519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65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8554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결과물 받아가면 NAS 폴더 비우기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312664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안 치우면 다른 팀이 아예 렌더를 못 합니다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EXR 시퀀스는 한 프로젝트가 수십 기가입니다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chemeClr val="accent1"/>
                </a:solidFill>
              </a:rPr>
              <a:t>3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237744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사용법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3520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파일 준비 → 올리기 → 제출 → 확인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bg1"/>
                </a:solidFill>
              </a:rPr>
              <a:t>파일 준비 — 여기가 제일 중요합니다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렌더가 실패하는 이유의 90%가 이 단계에 있습니다</a:t>
            </a:r>
            <a:endParaRPr lang="en-US" sz="1600" dirty="0"/>
          </a:p>
        </p:txBody>
      </p:sp>
      <p:sp>
        <p:nvSpPr>
          <p:cNvPr id="4" name="keystmt"/>
          <p:cNvSpPr/>
          <p:nvPr/>
        </p:nvSpPr>
        <p:spPr>
          <a:xfrm>
            <a:off x="685800" y="2103120"/>
            <a:ext cx="1078992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내 컴퓨터에만 있는 파일은 렌더팜이 못 읽습니다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31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씬 파일 안에는 텍스처가 들어있지 않고 "텍스처가 어디 있다"는 경로만 적혀 있습니다.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389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그 경로가 내 노트북 D드라이브를 가리키면, 렌더팜 PC에는 그런 데가 없으니 못 찾습니다.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마야 — 네 가지만 하시면 됩니다</a:t>
            </a:r>
            <a:endParaRPr lang="en-US" sz="3100" dirty="0"/>
          </a:p>
        </p:txBody>
      </p:sp>
      <p:sp>
        <p:nvSpPr>
          <p:cNvPr id="3" name="maya0"/>
          <p:cNvSpPr/>
          <p:nvPr/>
        </p:nvSpPr>
        <p:spPr>
          <a:xfrm>
            <a:off x="685800" y="1371600"/>
            <a:ext cx="107899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591056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91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44475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→ Reference Editor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92224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레퍼런스를 Import 로 바꾸기</a:t>
            </a:r>
            <a:endParaRPr lang="en-US" sz="1700" dirty="0"/>
          </a:p>
        </p:txBody>
      </p:sp>
      <p:sp>
        <p:nvSpPr>
          <p:cNvPr id="8" name="maya1"/>
          <p:cNvSpPr/>
          <p:nvPr/>
        </p:nvSpPr>
        <p:spPr>
          <a:xfrm>
            <a:off x="685800" y="2395728"/>
            <a:ext cx="107899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615184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615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468880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→ General Editors → File Path Editor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81635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빨간 줄 0개로 만들기</a:t>
            </a:r>
            <a:endParaRPr lang="en-US" sz="1700" dirty="0"/>
          </a:p>
        </p:txBody>
      </p:sp>
      <p:sp>
        <p:nvSpPr>
          <p:cNvPr id="13" name="maya2"/>
          <p:cNvSpPr/>
          <p:nvPr/>
        </p:nvSpPr>
        <p:spPr>
          <a:xfrm>
            <a:off x="685800" y="3419856"/>
            <a:ext cx="107899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39312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493008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 Settings → Arnold → System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8404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Render Device = CPU</a:t>
            </a:r>
            <a:endParaRPr lang="en-US" sz="1700" dirty="0"/>
          </a:p>
        </p:txBody>
      </p:sp>
      <p:sp>
        <p:nvSpPr>
          <p:cNvPr id="18" name="maya3"/>
          <p:cNvSpPr/>
          <p:nvPr/>
        </p:nvSpPr>
        <p:spPr>
          <a:xfrm>
            <a:off x="685800" y="4443984"/>
            <a:ext cx="107899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663440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663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4517136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 Settings → Common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86460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File name prefix 에 파일 이름만</a:t>
            </a:r>
            <a:endParaRPr lang="en-US" sz="1700" dirty="0"/>
          </a:p>
        </p:txBody>
      </p:sp>
      <p:sp>
        <p:nvSpPr>
          <p:cNvPr id="23" name="save"/>
          <p:cNvSpPr/>
          <p:nvPr/>
        </p:nvSpPr>
        <p:spPr>
          <a:xfrm>
            <a:off x="685800" y="5532120"/>
            <a:ext cx="10789920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3000" y="5532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마지막에 Ctrl + 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저장 안 하면 아무것도 반영되지 않습니다. 렌더팜은 저장된 내용만 읽습니다.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폴더는 제출 창이, 파일 이름은 씬이 정합니다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결과물이 어디 저장될지는 두 칸이 나눠서 정합니다. 양쪽에 다 전체 경로를 넣으면 경로가 이어 붙습니다.</a:t>
            </a:r>
            <a:endParaRPr lang="en-US" sz="1700" dirty="0"/>
          </a:p>
        </p:txBody>
      </p:sp>
      <p:sp>
        <p:nvSpPr>
          <p:cNvPr id="4" name="out0"/>
          <p:cNvSpPr/>
          <p:nvPr/>
        </p:nvSpPr>
        <p:spPr>
          <a:xfrm>
            <a:off x="685800" y="1828800"/>
            <a:ext cx="52120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Path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377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제출 창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432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폴더 경로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//223.194.101.83/.../output/내학번/날짜_작업명</a:t>
            </a:r>
            <a:endParaRPr lang="en-US" sz="1200" dirty="0"/>
          </a:p>
        </p:txBody>
      </p:sp>
      <p:sp>
        <p:nvSpPr>
          <p:cNvPr id="9" name="out1"/>
          <p:cNvSpPr/>
          <p:nvPr/>
        </p:nvSpPr>
        <p:spPr>
          <a:xfrm>
            <a:off x="6263640" y="1828800"/>
            <a:ext cx="52120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9659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name prefix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377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Render Settings → Common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7432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파일 이름만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200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shot01</a:t>
            </a:r>
            <a:endParaRPr lang="en-US" sz="1200" dirty="0"/>
          </a:p>
        </p:txBody>
      </p:sp>
      <p:sp>
        <p:nvSpPr>
          <p:cNvPr id="14" name="chk"/>
          <p:cNvSpPr/>
          <p:nvPr/>
        </p:nvSpPr>
        <p:spPr>
          <a:xfrm>
            <a:off x="685800" y="4160520"/>
            <a:ext cx="10789920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251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확인 — File name: 줄에 경로가 안 보이면 맞습니다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6451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shot01.0001.png        AOV 를 쓰면  &lt;RenderPass&gt;/shot01.0001.png  도 정상</a:t>
            </a:r>
            <a:endParaRPr lang="en-US" sz="1500" dirty="0"/>
          </a:p>
        </p:txBody>
      </p:sp>
      <p:sp>
        <p:nvSpPr>
          <p:cNvPr id="17" name="warn"/>
          <p:cNvSpPr/>
          <p:nvPr/>
        </p:nvSpPr>
        <p:spPr>
          <a:xfrm>
            <a:off x="685800" y="5440680"/>
            <a:ext cx="1078992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양쪽에 다 전체 경로를 넣으면 폴더 안에 폴더가 계속 생깁니다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//...20261103_final / beauty / //223.194.101.83/...20261017_old/bd.0002.png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빨간 줄이 하나라도 있으면 안 됩니다</a:t>
            </a:r>
            <a:endParaRPr lang="en-US" sz="3100" dirty="0"/>
          </a:p>
        </p:txBody>
      </p:sp>
      <p:pic>
        <p:nvPicPr>
          <p:cNvPr id="3" name="Image 0" descr="/home/claude/prfs2.0/docs/m211/student-guide/img/03_filepath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4206240" cy="4151376"/>
          </a:xfrm>
          <a:prstGeom prst="rect">
            <a:avLst/>
          </a:prstGeom>
        </p:spPr>
      </p:pic>
      <p:sp>
        <p:nvSpPr>
          <p:cNvPr id="4" name="redbox"/>
          <p:cNvSpPr/>
          <p:nvPr/>
        </p:nvSpPr>
        <p:spPr>
          <a:xfrm>
            <a:off x="5212080" y="1325880"/>
            <a:ext cx="6263640" cy="1920240"/>
          </a:xfrm>
          <a:prstGeom prst="roundRect">
            <a:avLst>
              <a:gd name="adj" fmla="val 476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77840" y="15544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Resolved, 79 Unresolved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201168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79개를 전부 못 찾고 있다는 뜻입니다. 경로가 다른 사람 PC를 가리키고 있습니다.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352044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이 상태로 돌리면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3886200"/>
            <a:ext cx="6263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텍스처 없이 회색으로 완료됩니다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448056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렌더가 중단되지 않기 때문에, 결과물을 봐야만 압니다.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5029200"/>
            <a:ext cx="6263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전부 선택 → Repath Files → NAS 폴더 지정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Render Device 는 왜 CPU 인가</a:t>
            </a:r>
            <a:endParaRPr lang="en-US" sz="3100" dirty="0"/>
          </a:p>
        </p:txBody>
      </p:sp>
      <p:sp>
        <p:nvSpPr>
          <p:cNvPr id="3" name="gpu1"/>
          <p:cNvSpPr/>
          <p:nvPr/>
        </p:nvSpPr>
        <p:spPr>
          <a:xfrm>
            <a:off x="685800" y="1417320"/>
            <a:ext cx="52120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600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M211-05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965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GPU 9420MB 여유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68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성공</a:t>
            </a:r>
            <a:endParaRPr lang="en-US" sz="2000" dirty="0"/>
          </a:p>
        </p:txBody>
      </p:sp>
      <p:sp>
        <p:nvSpPr>
          <p:cNvPr id="7" name="gpu2"/>
          <p:cNvSpPr/>
          <p:nvPr/>
        </p:nvSpPr>
        <p:spPr>
          <a:xfrm>
            <a:off x="6263640" y="1417320"/>
            <a:ext cx="5212080" cy="1691640"/>
          </a:xfrm>
          <a:prstGeom prst="roundRect">
            <a:avLst>
              <a:gd name="adj" fmla="val 540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600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M211-07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965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GPU 373MB 여유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468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실패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37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같은 작업인데 어느 PC에 걸리느냐에 따라 갈립니다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8404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Arnold 는 그래픽카드 메모리가 부족하면 CPU 로 넘어가지 않고 그냥 중단합니다. 전체가 실패하면 바로 알 텐데, 일부만 빠지니까 모르고 넘어갑니다.</a:t>
            </a:r>
            <a:endParaRPr lang="en-US" sz="1500" dirty="0"/>
          </a:p>
        </p:txBody>
      </p:sp>
      <p:sp>
        <p:nvSpPr>
          <p:cNvPr id="13" name="cpufix"/>
          <p:cNvSpPr/>
          <p:nvPr/>
        </p:nvSpPr>
        <p:spPr>
          <a:xfrm>
            <a:off x="685800" y="4754880"/>
            <a:ext cx="107899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754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CPU 로 고정하면 어느 PC에 걸리든 결과가 같습니다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블렌더 — 세 가지</a:t>
            </a:r>
            <a:endParaRPr lang="en-US" sz="3100" dirty="0"/>
          </a:p>
        </p:txBody>
      </p:sp>
      <p:sp>
        <p:nvSpPr>
          <p:cNvPr id="3" name="bl0"/>
          <p:cNvSpPr/>
          <p:nvPr/>
        </p:nvSpPr>
        <p:spPr>
          <a:xfrm>
            <a:off x="685800" y="1463040"/>
            <a:ext cx="107899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792224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→ External Data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Pack Resources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46304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텍스처가 blend 파일 안으로 들어갑니다</a:t>
            </a:r>
            <a:endParaRPr lang="en-US" sz="1400" dirty="0"/>
          </a:p>
        </p:txBody>
      </p:sp>
      <p:sp>
        <p:nvSpPr>
          <p:cNvPr id="9" name="bl1"/>
          <p:cNvSpPr/>
          <p:nvPr/>
        </p:nvSpPr>
        <p:spPr>
          <a:xfrm>
            <a:off x="685800" y="2788920"/>
            <a:ext cx="107899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118104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926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Properties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291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경로 끝에 ####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78892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빠지면 100프레임 돌려도 1장만 남습니다</a:t>
            </a:r>
            <a:endParaRPr lang="en-US" sz="1400" dirty="0"/>
          </a:p>
        </p:txBody>
      </p:sp>
      <p:sp>
        <p:nvSpPr>
          <p:cNvPr id="15" name="bl2"/>
          <p:cNvSpPr/>
          <p:nvPr/>
        </p:nvSpPr>
        <p:spPr>
          <a:xfrm>
            <a:off x="685800" y="4114800"/>
            <a:ext cx="107899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443984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251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 Properties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617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Device = CPU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블렌더는 Pack Resources 한 번이면 경로 문제가 아예 사라집니다 — 가장 확실한 방법입니다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NAS 에 올리기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학번 폴더는 이미 만들어져 있습니다. 날짜_작업명 폴더만 만들고 프로젝트를 통째로 복사하세요.</a:t>
            </a:r>
            <a:endParaRPr lang="en-US" sz="1600" dirty="0"/>
          </a:p>
        </p:txBody>
      </p:sp>
      <p:sp>
        <p:nvSpPr>
          <p:cNvPr id="4" name="pathbox"/>
          <p:cNvSpPr/>
          <p:nvPr/>
        </p:nvSpPr>
        <p:spPr>
          <a:xfrm>
            <a:off x="685800" y="1920240"/>
            <a:ext cx="10789920" cy="1874520"/>
          </a:xfrm>
          <a:prstGeom prst="roundRect">
            <a:avLst>
              <a:gd name="adj" fmla="val 48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input\C393169\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20261103_final\</a:t>
            </a:r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 MyProject\   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쓰시던 프로젝트 폴더 통째로</a:t>
            </a:r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├ scenes\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├ sourceimages\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└ cache\</a:t>
            </a:r>
            <a:endParaRPr lang="en-US" sz="1500" dirty="0"/>
          </a:p>
        </p:txBody>
      </p:sp>
      <p:sp>
        <p:nvSpPr>
          <p:cNvPr id="6" name="ok"/>
          <p:cNvSpPr/>
          <p:nvPr/>
        </p:nvSpPr>
        <p:spPr>
          <a:xfrm>
            <a:off x="685800" y="4023360"/>
            <a:ext cx="5212080" cy="16002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4206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써도 되는 것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6177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영문 소문자 · 숫자 · 밑줄( _ )</a:t>
            </a:r>
            <a:endParaRPr lang="en-US" sz="1700" dirty="0"/>
          </a:p>
        </p:txBody>
      </p:sp>
      <p:sp>
        <p:nvSpPr>
          <p:cNvPr id="9" name="no"/>
          <p:cNvSpPr/>
          <p:nvPr/>
        </p:nvSpPr>
        <p:spPr>
          <a:xfrm>
            <a:off x="6263640" y="4023360"/>
            <a:ext cx="52120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4206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쓰면 안 되는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46177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한글 · 띄어쓰기 · 점( . 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경로에 띄어쓰기와 점이 있으면 끊깁니다</a:t>
            </a:r>
            <a:endParaRPr lang="en-US" sz="3100" dirty="0"/>
          </a:p>
        </p:txBody>
      </p:sp>
      <p:sp>
        <p:nvSpPr>
          <p:cNvPr id="3" name="pathex0"/>
          <p:cNvSpPr/>
          <p:nvPr/>
        </p:nvSpPr>
        <p:spPr>
          <a:xfrm>
            <a:off x="685800" y="1600200"/>
            <a:ext cx="107899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X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73736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.../scenes/s03 c220/ Lighting/shot.mb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16712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띄어쓰기에서 경로가 끊김</a:t>
            </a:r>
            <a:endParaRPr lang="en-US" sz="1400" dirty="0"/>
          </a:p>
        </p:txBody>
      </p:sp>
      <p:sp>
        <p:nvSpPr>
          <p:cNvPr id="7" name="pathex1"/>
          <p:cNvSpPr/>
          <p:nvPr/>
        </p:nvSpPr>
        <p:spPr>
          <a:xfrm>
            <a:off x="685800" y="2926080"/>
            <a:ext cx="107899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X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06324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.../scenes.mb/s03_c220/shot.mb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49300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점을 확장자로 착각해 거기가 끝이라고 읽음</a:t>
            </a:r>
            <a:endParaRPr lang="en-US" sz="1400" dirty="0"/>
          </a:p>
        </p:txBody>
      </p:sp>
      <p:sp>
        <p:nvSpPr>
          <p:cNvPr id="11" name="pathex2"/>
          <p:cNvSpPr/>
          <p:nvPr/>
        </p:nvSpPr>
        <p:spPr>
          <a:xfrm>
            <a:off x="685800" y="4251960"/>
            <a:ext cx="10789920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526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OK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3891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.../scenes/s03_c220/Lighting/shot.mb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81888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정상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532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이미 띄어쓰기가 많은 프로젝트는 가이드의 일괄 변경 스크립트를 쓰세요 — 손으로 고치지 마세요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제출 — 네 개만 보면 됩니다</a:t>
            </a:r>
            <a:endParaRPr lang="en-US" sz="3100" dirty="0"/>
          </a:p>
        </p:txBody>
      </p:sp>
      <p:pic>
        <p:nvPicPr>
          <p:cNvPr id="3" name="Image 0" descr="/home/claude/prfs2.0/docs/m211/student-guide/img/05_maya_sub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5074920" cy="4434840"/>
          </a:xfrm>
          <a:prstGeom prst="rect">
            <a:avLst/>
          </a:prstGeom>
        </p:spPr>
      </p:pic>
      <p:sp>
        <p:nvSpPr>
          <p:cNvPr id="4" name="sub0"/>
          <p:cNvSpPr/>
          <p:nvPr/>
        </p:nvSpPr>
        <p:spPr>
          <a:xfrm>
            <a:off x="685800" y="1463040"/>
            <a:ext cx="539496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153619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Job Name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19019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알아보기 쉬운 이름</a:t>
            </a:r>
            <a:endParaRPr lang="en-US" sz="1300" dirty="0"/>
          </a:p>
        </p:txBody>
      </p:sp>
      <p:sp>
        <p:nvSpPr>
          <p:cNvPr id="7" name="sub1"/>
          <p:cNvSpPr/>
          <p:nvPr/>
        </p:nvSpPr>
        <p:spPr>
          <a:xfrm>
            <a:off x="685800" y="2450592"/>
            <a:ext cx="539496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52374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Pool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88950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예약한 레인 (pool_a ~ d)</a:t>
            </a:r>
            <a:endParaRPr lang="en-US" sz="1300" dirty="0"/>
          </a:p>
        </p:txBody>
      </p:sp>
      <p:sp>
        <p:nvSpPr>
          <p:cNvPr id="10" name="sub2"/>
          <p:cNvSpPr/>
          <p:nvPr/>
        </p:nvSpPr>
        <p:spPr>
          <a:xfrm>
            <a:off x="685800" y="3438144"/>
            <a:ext cx="539496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351129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Frame List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87705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처음엔 1-3</a:t>
            </a:r>
            <a:endParaRPr lang="en-US" sz="1300" dirty="0"/>
          </a:p>
        </p:txBody>
      </p:sp>
      <p:sp>
        <p:nvSpPr>
          <p:cNvPr id="13" name="sub3"/>
          <p:cNvSpPr/>
          <p:nvPr/>
        </p:nvSpPr>
        <p:spPr>
          <a:xfrm>
            <a:off x="685800" y="4425696"/>
            <a:ext cx="539496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44988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Camera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48646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렌더할 카메라</a:t>
            </a:r>
            <a:endParaRPr lang="en-US" sz="1300" dirty="0"/>
          </a:p>
        </p:txBody>
      </p:sp>
      <p:sp>
        <p:nvSpPr>
          <p:cNvPr id="16" name="subnote"/>
          <p:cNvSpPr/>
          <p:nvPr/>
        </p:nvSpPr>
        <p:spPr>
          <a:xfrm>
            <a:off x="685800" y="5486400"/>
            <a:ext cx="5394960" cy="658368"/>
          </a:xfrm>
          <a:prstGeom prst="roundRect">
            <a:avLst>
              <a:gd name="adj" fmla="val 1388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54864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나머지는 전부 기본값 그대로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bg1"/>
                </a:solidFill>
              </a:rPr>
              <a:t>전체를 돌리기 전에 3프레임만</a:t>
            </a:r>
            <a:endParaRPr lang="en-US" sz="3100" dirty="0"/>
          </a:p>
        </p:txBody>
      </p:sp>
      <p:sp>
        <p:nvSpPr>
          <p:cNvPr id="3" name="three"/>
          <p:cNvSpPr/>
          <p:nvPr/>
        </p:nvSpPr>
        <p:spPr>
          <a:xfrm>
            <a:off x="685800" y="1600200"/>
            <a:ext cx="10789920" cy="1417320"/>
          </a:xfrm>
          <a:prstGeom prst="roundRect">
            <a:avLst>
              <a:gd name="adj" fmla="val 64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600200"/>
            <a:ext cx="10058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경로가 하나라도 틀리면 전체 프레임이 다 실패합니다</a:t>
            </a:r>
            <a:endParaRPr lang="en-US" sz="2700" dirty="0"/>
          </a:p>
        </p:txBody>
      </p:sp>
      <p:sp>
        <p:nvSpPr>
          <p:cNvPr id="5" name="pass0"/>
          <p:cNvSpPr/>
          <p:nvPr/>
        </p:nvSpPr>
        <p:spPr>
          <a:xfrm>
            <a:off x="685800" y="3429000"/>
            <a:ext cx="107899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34290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1차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34290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List = 1-3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34290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결과물 3장 확인</a:t>
            </a:r>
            <a:endParaRPr lang="en-US" sz="1500" dirty="0"/>
          </a:p>
        </p:txBody>
      </p:sp>
      <p:sp>
        <p:nvSpPr>
          <p:cNvPr id="9" name="pass1"/>
          <p:cNvSpPr/>
          <p:nvPr/>
        </p:nvSpPr>
        <p:spPr>
          <a:xfrm>
            <a:off x="685800" y="4572000"/>
            <a:ext cx="107899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45720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2차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45720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List = 전체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45720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확인되면 돌리기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7607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300프레임 날리고 나서 아는 것보다, 3장으로 1분 만에 확인하는 게 낫습니다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chemeClr val="accent1"/>
                </a:solidFill>
              </a:rPr>
              <a:t>4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237744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시연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3520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실제로 한 번 돌려보겠습니다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프레임이 여러 PC에 나뉘어 돌아갑니다</a:t>
            </a:r>
            <a:endParaRPr lang="en-US" sz="3100" dirty="0"/>
          </a:p>
        </p:txBody>
      </p:sp>
      <p:pic>
        <p:nvPicPr>
          <p:cNvPr id="3" name="Image 0" descr="/home/claude/prfs2.0/docs/m211/student-guide/img/15_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6766560" cy="3806190"/>
          </a:xfrm>
          <a:prstGeom prst="rect">
            <a:avLst/>
          </a:prstGeom>
        </p:spPr>
      </p:pic>
      <p:sp>
        <p:nvSpPr>
          <p:cNvPr id="4" name="demo1"/>
          <p:cNvSpPr/>
          <p:nvPr/>
        </p:nvSpPr>
        <p:spPr>
          <a:xfrm>
            <a:off x="7772400" y="1371600"/>
            <a:ext cx="3703320" cy="1920240"/>
          </a:xfrm>
          <a:prstGeom prst="roundRect">
            <a:avLst>
              <a:gd name="adj" fmla="val 476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6002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 → M211-02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 → M211-05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3 → M211-07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34747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세 프레임이 각각 다른 PC에서 동시에 돌았습니다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3891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이게 렌더팜입니다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Completed 를 그대로 믿지 마세요</a:t>
            </a:r>
            <a:endParaRPr lang="en-US" sz="3100" dirty="0"/>
          </a:p>
        </p:txBody>
      </p:sp>
      <p:sp>
        <p:nvSpPr>
          <p:cNvPr id="3" name="warn"/>
          <p:cNvSpPr/>
          <p:nvPr/>
        </p:nvSpPr>
        <p:spPr>
          <a:xfrm>
            <a:off x="685800" y="1417320"/>
            <a:ext cx="10789920" cy="1234440"/>
          </a:xfrm>
          <a:prstGeom prst="roundRect">
            <a:avLst>
              <a:gd name="adj" fmla="val 740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417320"/>
            <a:ext cx="10058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렌더가 중간에 멈춰도 Completed 로 표시될 때가 있습니다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9260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끝났다고 뜨면 반드시 결과물 장수를 세어보세요</a:t>
            </a:r>
            <a:endParaRPr lang="en-US" sz="1900" dirty="0"/>
          </a:p>
        </p:txBody>
      </p:sp>
      <p:sp>
        <p:nvSpPr>
          <p:cNvPr id="6" name="cnt0"/>
          <p:cNvSpPr/>
          <p:nvPr/>
        </p:nvSpPr>
        <p:spPr>
          <a:xfrm>
            <a:off x="685800" y="3611880"/>
            <a:ext cx="107899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6118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10프레임 제출 → 결과물 10장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3611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OK</a:t>
            </a:r>
            <a:endParaRPr lang="en-US" sz="1800" dirty="0"/>
          </a:p>
        </p:txBody>
      </p:sp>
      <p:sp>
        <p:nvSpPr>
          <p:cNvPr id="9" name="cnt1"/>
          <p:cNvSpPr/>
          <p:nvPr/>
        </p:nvSpPr>
        <p:spPr>
          <a:xfrm>
            <a:off x="685800" y="4617720"/>
            <a:ext cx="107899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46177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10프레임 제출 → 결과물 7장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4617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문제 있음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623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Deadline 이 일부 오류를 "알 수 없는 오류"로 분류해 무시하기 때문입니다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chemeClr val="accent1"/>
                </a:solidFill>
              </a:rPr>
              <a:t>5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237744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자주 나는 실수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3520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이것만 피하셔도 대부분 성공합니다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일곱 가지만 피하세요</a:t>
            </a:r>
            <a:endParaRPr lang="en-US" sz="3100" dirty="0"/>
          </a:p>
        </p:txBody>
      </p:sp>
      <p:sp>
        <p:nvSpPr>
          <p:cNvPr id="3" name="mis0"/>
          <p:cNvSpPr/>
          <p:nvPr/>
        </p:nvSpPr>
        <p:spPr>
          <a:xfrm>
            <a:off x="685800" y="1371600"/>
            <a:ext cx="1078992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371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7160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씬 파일만 올림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37160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텍스처가 회색으로 나옴</a:t>
            </a:r>
            <a:endParaRPr lang="en-US" sz="1400" dirty="0"/>
          </a:p>
        </p:txBody>
      </p:sp>
      <p:sp>
        <p:nvSpPr>
          <p:cNvPr id="7" name="mis1"/>
          <p:cNvSpPr/>
          <p:nvPr/>
        </p:nvSpPr>
        <p:spPr>
          <a:xfrm>
            <a:off x="685800" y="2039112"/>
            <a:ext cx="107899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0391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03911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폴더 이름에 한글 · 띄어쓰기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03911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씬을 못 찾고 몇 초 만에 끝남</a:t>
            </a:r>
            <a:endParaRPr lang="en-US" sz="1400" dirty="0"/>
          </a:p>
        </p:txBody>
      </p:sp>
      <p:sp>
        <p:nvSpPr>
          <p:cNvPr id="11" name="mis2"/>
          <p:cNvSpPr/>
          <p:nvPr/>
        </p:nvSpPr>
        <p:spPr>
          <a:xfrm>
            <a:off x="685800" y="2706624"/>
            <a:ext cx="1078992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70662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70662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블렌더 #### 빠짐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70662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100장 돌려도 1장만 남음</a:t>
            </a:r>
            <a:endParaRPr lang="en-US" sz="1400" dirty="0"/>
          </a:p>
        </p:txBody>
      </p:sp>
      <p:sp>
        <p:nvSpPr>
          <p:cNvPr id="15" name="mis3"/>
          <p:cNvSpPr/>
          <p:nvPr/>
        </p:nvSpPr>
        <p:spPr>
          <a:xfrm>
            <a:off x="685800" y="3374136"/>
            <a:ext cx="107899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3741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37413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Render Device 가 GPU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374136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일부 프레임만 조용히 실패</a:t>
            </a:r>
            <a:endParaRPr lang="en-US" sz="1400" dirty="0"/>
          </a:p>
        </p:txBody>
      </p:sp>
      <p:sp>
        <p:nvSpPr>
          <p:cNvPr id="19" name="mis4"/>
          <p:cNvSpPr/>
          <p:nvPr/>
        </p:nvSpPr>
        <p:spPr>
          <a:xfrm>
            <a:off x="685800" y="4041648"/>
            <a:ext cx="1078992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0416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0416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Camera 를 안 고름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4041648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persp 뷰로 렌더됨</a:t>
            </a:r>
            <a:endParaRPr lang="en-US" sz="1400" dirty="0"/>
          </a:p>
        </p:txBody>
      </p:sp>
      <p:sp>
        <p:nvSpPr>
          <p:cNvPr id="23" name="mis5"/>
          <p:cNvSpPr/>
          <p:nvPr/>
        </p:nvSpPr>
        <p:spPr>
          <a:xfrm>
            <a:off x="685800" y="4709160"/>
            <a:ext cx="107899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7091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0916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Pool 을 잘못 고름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47091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예약 안 한 PC를 써서 남의 작업과 겹침</a:t>
            </a:r>
            <a:endParaRPr lang="en-US" sz="1400" dirty="0"/>
          </a:p>
        </p:txBody>
      </p:sp>
      <p:sp>
        <p:nvSpPr>
          <p:cNvPr id="27" name="mis6"/>
          <p:cNvSpPr/>
          <p:nvPr/>
        </p:nvSpPr>
        <p:spPr>
          <a:xfrm>
            <a:off x="685800" y="5376672"/>
            <a:ext cx="1078992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53766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7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554480" y="537667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저장 안 함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537667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설정이 하나도 반영 안 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막히면 가이드부터 보세요</a:t>
            </a:r>
            <a:endParaRPr lang="en-US" sz="3100" dirty="0"/>
          </a:p>
        </p:txBody>
      </p:sp>
      <p:sp>
        <p:nvSpPr>
          <p:cNvPr id="3" name="guide"/>
          <p:cNvSpPr/>
          <p:nvPr/>
        </p:nvSpPr>
        <p:spPr>
          <a:xfrm>
            <a:off x="685800" y="1463040"/>
            <a:ext cx="5212080" cy="2468880"/>
          </a:xfrm>
          <a:prstGeom prst="roundRect">
            <a:avLst>
              <a:gd name="adj" fmla="val 370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노션 가이드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1945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07 · 자주 발생하는 에러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974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증상 11가지를 찾아서 펼치면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원인과 해결 방법이 순서대로 나옵니다</a:t>
            </a:r>
            <a:endParaRPr lang="en-US" sz="1400" dirty="0"/>
          </a:p>
        </p:txBody>
      </p:sp>
      <p:sp>
        <p:nvSpPr>
          <p:cNvPr id="7" name="contact"/>
          <p:cNvSpPr/>
          <p:nvPr/>
        </p:nvSpPr>
        <p:spPr>
          <a:xfrm>
            <a:off x="6263640" y="1463040"/>
            <a:ext cx="521208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연락할 때 주실 것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24028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Job 이름 / 학번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Task Report 로그 전체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쓰신 프로그램과 버전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NAS 작업 폴더 경로</a:t>
            </a:r>
            <a:endParaRPr lang="en-US" sz="1500" dirty="0"/>
          </a:p>
        </p:txBody>
      </p:sp>
      <p:sp>
        <p:nvSpPr>
          <p:cNvPr id="10" name="logtip"/>
          <p:cNvSpPr/>
          <p:nvPr/>
        </p:nvSpPr>
        <p:spPr>
          <a:xfrm>
            <a:off x="685800" y="4251960"/>
            <a:ext cx="107899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"안 돼요" 만으로는 뭘 봐야 할지 알 수 없습니다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로그를 통째로 복사해서 보내주시는 게 제일 빠릅니다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지금 상태 — 솔직하게</a:t>
            </a:r>
            <a:endParaRPr lang="en-US" sz="3100" dirty="0"/>
          </a:p>
        </p:txBody>
      </p:sp>
      <p:sp>
        <p:nvSpPr>
          <p:cNvPr id="3" name="st0"/>
          <p:cNvSpPr/>
          <p:nvPr/>
        </p:nvSpPr>
        <p:spPr>
          <a:xfrm>
            <a:off x="685800" y="1463040"/>
            <a:ext cx="107899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938528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00200" y="1600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마야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600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지금 바로 쓰실 수 있습니다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21214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전 구간 테스트 완료 · 실제 졸업작품 샷 렌더 성공</a:t>
            </a:r>
            <a:endParaRPr lang="en-US" sz="1400" dirty="0"/>
          </a:p>
        </p:txBody>
      </p:sp>
      <p:sp>
        <p:nvSpPr>
          <p:cNvPr id="8" name="st1"/>
          <p:cNvSpPr/>
          <p:nvPr/>
        </p:nvSpPr>
        <p:spPr>
          <a:xfrm>
            <a:off x="685800" y="2926080"/>
            <a:ext cx="107899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4015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00200" y="3063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블렌더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조금만 기다려주세요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5844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실습실 PC 버전 통일 중 · 파일 준비는 지금 해두세요</a:t>
            </a:r>
            <a:endParaRPr lang="en-US" sz="1400" dirty="0"/>
          </a:p>
        </p:txBody>
      </p:sp>
      <p:sp>
        <p:nvSpPr>
          <p:cNvPr id="13" name="st2"/>
          <p:cNvSpPr/>
          <p:nvPr/>
        </p:nvSpPr>
        <p:spPr>
          <a:xfrm>
            <a:off x="685800" y="4389120"/>
            <a:ext cx="107899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4864608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0200" y="4526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장비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4526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일부 복구 중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50474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현재 17대 가동 · 다 고쳐지면 더 빨라집니다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블렌더 쓰시는 분들은 Pack Resources 와 경로 정리를 지금 해두세요 — 제일 오래 걸리는 단계입니다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965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accent1"/>
                </a:solidFill>
              </a:rPr>
              <a:t>정리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37744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질문 받겠습니다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862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예약 · 타임블럭 — 졸업준비위원회    |    렌더 실패 · 장비 — 이상빈 (C393169)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892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257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예약하고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898648" y="4892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898648" y="5257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파일을 NAS에 올리고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1496" y="4892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111496" y="5257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3프레임 먼저 돌려보고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24344" y="4892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24344" y="5257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되면 전체 돌리고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537192" y="4892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537192" y="5257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받아가고 폴더 비우기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211 RenderFarm">
  <a:themeElements>
    <a:clrScheme name="M211 RenderFarm">
      <a:dk1>
        <a:srgbClr val="0E1B2E"/>
      </a:dk1>
      <a:lt1>
        <a:srgbClr val="FFFFFF"/>
      </a:lt1>
      <a:dk2>
        <a:srgbClr val="24415F"/>
      </a:dk2>
      <a:lt2>
        <a:srgbClr val="EEF3F8"/>
      </a:lt2>
      <a:accent1>
        <a:srgbClr val="E8963C"/>
      </a:accent1>
      <a:accent2>
        <a:srgbClr val="2F6FAE"/>
      </a:accent2>
      <a:accent3>
        <a:srgbClr val="C0392B"/>
      </a:accent3>
      <a:accent4>
        <a:srgbClr val="3D8B6E"/>
      </a:accent4>
      <a:accent5>
        <a:srgbClr val="6B7D91"/>
      </a:accent5>
      <a:accent6>
        <a:srgbClr val="F6D9B4"/>
      </a:accent6>
      <a:hlink>
        <a:srgbClr val="2F6FAE"/>
      </a:hlink>
      <a:folHlink>
        <a:srgbClr val="6B7D91"/>
      </a:folHlink>
    </a:clrScheme>
    <a:fontScheme name="M211 RenderFar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M211 렌더팜 사용 설명회</dc:title>
  <dc:subject>PptxGenJS Presentation</dc:subject>
  <dc:creator>이상빈</dc:creator>
  <cp:lastModifiedBy>이상빈</cp:lastModifiedBy>
  <cp:revision>1</cp:revision>
  <dcterms:created xsi:type="dcterms:W3CDTF">2026-10-19T06:20:33Z</dcterms:created>
  <dcterms:modified xsi:type="dcterms:W3CDTF">2026-10-19T06:20:33Z</dcterms:modified>
</cp:coreProperties>
</file>